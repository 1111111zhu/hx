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2788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11" autoAdjust="0"/>
    <p:restoredTop sz="86376"/>
  </p:normalViewPr>
  <p:slideViewPr>
    <p:cSldViewPr snapToGrid="0" showGuides="1">
      <p:cViewPr varScale="1">
        <p:scale>
          <a:sx n="106" d="100"/>
          <a:sy n="106" d="100"/>
        </p:scale>
        <p:origin x="94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103" y="1635125"/>
            <a:ext cx="10763250" cy="3091872"/>
          </a:xfrm>
          <a:prstGeom prst="rect">
            <a:avLst/>
          </a:prstGeom>
          <a:noFill/>
          <a:ln w="12700">
            <a:solidFill>
              <a:srgbClr val="532788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532788"/>
                </a:solidFill>
              </a:rPr>
              <a:t>证券研究报告：《派林生物（</a:t>
            </a:r>
            <a:r>
              <a:rPr lang="en-US" altLang="zh-CN" b="1" dirty="0">
                <a:solidFill>
                  <a:srgbClr val="532788"/>
                </a:solidFill>
              </a:rPr>
              <a:t>000403.SZ</a:t>
            </a:r>
            <a:r>
              <a:rPr lang="zh-CN" altLang="en-US" b="1" dirty="0">
                <a:solidFill>
                  <a:srgbClr val="532788"/>
                </a:solidFill>
              </a:rPr>
              <a:t>）：与新疆德源深化战略合作，助力提升公司经营业绩与新疆德源深化战略合作，助力提升公司经营业绩》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532788"/>
                </a:solidFill>
              </a:rPr>
              <a:t>对外发布时间：202</a:t>
            </a:r>
            <a:r>
              <a:rPr lang="en-US" altLang="zh-CN" dirty="0">
                <a:solidFill>
                  <a:srgbClr val="532788"/>
                </a:solidFill>
              </a:rPr>
              <a:t>4</a:t>
            </a:r>
            <a:r>
              <a:rPr lang="zh-CN" altLang="en-US" dirty="0">
                <a:solidFill>
                  <a:srgbClr val="532788"/>
                </a:solidFill>
              </a:rPr>
              <a:t>年</a:t>
            </a:r>
            <a:r>
              <a:rPr lang="en-US" altLang="zh-CN" dirty="0">
                <a:solidFill>
                  <a:srgbClr val="532788"/>
                </a:solidFill>
              </a:rPr>
              <a:t>3</a:t>
            </a:r>
            <a:r>
              <a:rPr lang="zh-CN" altLang="en-US" dirty="0">
                <a:solidFill>
                  <a:srgbClr val="532788"/>
                </a:solidFill>
              </a:rPr>
              <a:t>月</a:t>
            </a:r>
            <a:r>
              <a:rPr lang="en-US" altLang="zh-CN" dirty="0">
                <a:solidFill>
                  <a:srgbClr val="532788"/>
                </a:solidFill>
              </a:rPr>
              <a:t>14</a:t>
            </a:r>
            <a:r>
              <a:rPr lang="zh-CN" altLang="en-US" dirty="0">
                <a:solidFill>
                  <a:srgbClr val="532788"/>
                </a:solidFill>
              </a:rPr>
              <a:t>日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532788"/>
                </a:solidFill>
              </a:rPr>
              <a:t>发布机构：华鑫证券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532788"/>
                </a:solidFill>
              </a:rPr>
              <a:t>本报告分析师：胡博新 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532788"/>
                </a:solidFill>
              </a:rPr>
              <a:t>SAC编号：S1050522120002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532788"/>
                </a:solidFill>
                <a:sym typeface="+mn-ea"/>
              </a:rPr>
              <a:t>本报告分析师：吴景欢 </a:t>
            </a:r>
            <a:endParaRPr lang="zh-CN" altLang="en-US" dirty="0">
              <a:solidFill>
                <a:srgbClr val="532788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532788"/>
                </a:solidFill>
                <a:sym typeface="+mn-ea"/>
              </a:rPr>
              <a:t>SAC编号：</a:t>
            </a:r>
            <a:r>
              <a:rPr lang="en-US" altLang="zh-CN" dirty="0">
                <a:solidFill>
                  <a:srgbClr val="532788"/>
                </a:solidFill>
                <a:sym typeface="+mn-ea"/>
              </a:rPr>
              <a:t>S1050523070004</a:t>
            </a:r>
            <a:endParaRPr lang="en-US" altLang="zh-CN" dirty="0">
              <a:solidFill>
                <a:srgbClr val="53278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34455" y="5700395"/>
            <a:ext cx="2526665" cy="368300"/>
          </a:xfrm>
          <a:prstGeom prst="rect">
            <a:avLst/>
          </a:prstGeom>
          <a:solidFill>
            <a:srgbClr val="532788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楷体" charset="0"/>
                <a:ea typeface="楷体" charset="0"/>
              </a:rPr>
              <a:t>医药推选及选股思路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514080" y="532765"/>
            <a:ext cx="1461135" cy="368300"/>
          </a:xfrm>
          <a:prstGeom prst="rect">
            <a:avLst/>
          </a:prstGeom>
          <a:solidFill>
            <a:srgbClr val="532788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盈利预测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88230" y="532765"/>
            <a:ext cx="1461135" cy="369332"/>
          </a:xfrm>
          <a:prstGeom prst="rect">
            <a:avLst/>
          </a:prstGeom>
          <a:solidFill>
            <a:srgbClr val="532788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楷体" charset="0"/>
                <a:ea typeface="楷体" charset="0"/>
              </a:rPr>
              <a:t>投资要点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76955" y="5700395"/>
            <a:ext cx="1461135" cy="368300"/>
          </a:xfrm>
          <a:prstGeom prst="rect">
            <a:avLst/>
          </a:prstGeom>
          <a:solidFill>
            <a:srgbClr val="532788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dirty="0">
                <a:solidFill>
                  <a:schemeClr val="bg1"/>
                </a:solidFill>
                <a:latin typeface="楷体" charset="0"/>
                <a:ea typeface="楷体" charset="0"/>
              </a:rPr>
              <a:t>事 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083040" y="1083945"/>
            <a:ext cx="1835150" cy="368300"/>
          </a:xfrm>
          <a:prstGeom prst="rect">
            <a:avLst/>
          </a:prstGeom>
          <a:solidFill>
            <a:srgbClr val="532788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盈利预测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94</Words>
  <Application>Microsoft Macintosh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楷体</vt:lpstr>
      <vt:lpstr>宋体</vt:lpstr>
      <vt:lpstr>Arial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吴景欢</dc:creator>
  <cp:lastModifiedBy>佳莹 朱</cp:lastModifiedBy>
  <cp:revision>55</cp:revision>
  <dcterms:created xsi:type="dcterms:W3CDTF">2023-11-15T05:02:00Z</dcterms:created>
  <dcterms:modified xsi:type="dcterms:W3CDTF">2026-08-24T01:54:46Z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2052-6.2.2.8394</vt:lpwstr>
  </property>
  <property fmtid="{D5CDD505-2E9C-101B-9397-08002B2CF9AE}" pid="3" name="ICV">
    <vt:lpwstr>69A5DA235F14E85AC2B8B36302AE195C</vt:lpwstr>
  </property>
  <property fmtid="{D5CDD505-2E9C-101B-9397-08002B2CF9AE}" pid="4" name="BDCONTENTCONTROL_AUTO_SAVE_Summary">
    <vt:lpwstr/>
  </property>
</Properties>
</file>